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3"/>
  </p:notesMasterIdLst>
  <p:sldIdLst>
    <p:sldId id="262" r:id="rId2"/>
    <p:sldId id="269" r:id="rId3"/>
    <p:sldId id="271" r:id="rId4"/>
    <p:sldId id="273" r:id="rId5"/>
    <p:sldId id="276" r:id="rId6"/>
    <p:sldId id="279" r:id="rId7"/>
    <p:sldId id="281" r:id="rId8"/>
    <p:sldId id="282" r:id="rId9"/>
    <p:sldId id="283" r:id="rId10"/>
    <p:sldId id="280" r:id="rId11"/>
    <p:sldId id="266" r:id="rId1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0"/>
    <a:srgbClr val="000099"/>
    <a:srgbClr val="2E2F98"/>
    <a:srgbClr val="C0D82C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60"/>
  </p:normalViewPr>
  <p:slideViewPr>
    <p:cSldViewPr snapToGrid="0">
      <p:cViewPr varScale="1">
        <p:scale>
          <a:sx n="96" d="100"/>
          <a:sy n="96" d="100"/>
        </p:scale>
        <p:origin x="40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0"/>
            <a:ext cx="12203372" cy="736270"/>
          </a:xfrm>
          <a:prstGeom prst="rect">
            <a:avLst/>
          </a:prstGeom>
          <a:gradFill>
            <a:gsLst>
              <a:gs pos="0">
                <a:srgbClr val="C0D82C"/>
              </a:gs>
              <a:gs pos="54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2E2F9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ACE INSTITUTE OF MANAEGMENT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D8F32-4B7E-234D-7608-8305F6F304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250576" y="1231143"/>
            <a:ext cx="11690849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C322A-68A0-418E-1745-0B1A6D7936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2497430" y="2118212"/>
            <a:ext cx="7095541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872" y="1132413"/>
            <a:ext cx="5718139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872" y="1613044"/>
            <a:ext cx="5718139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25167"/>
            <a:ext cx="565616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13044"/>
            <a:ext cx="565616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38245-5B6D-3C7C-1921-BCC6F0F5C5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990600"/>
            <a:ext cx="12192000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1C4-7436-F71F-5CC8-167D381D6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485218" y="2971801"/>
            <a:ext cx="3270249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794033" y="3619535"/>
            <a:ext cx="2679404" cy="0"/>
          </a:xfrm>
          <a:prstGeom prst="line">
            <a:avLst/>
          </a:prstGeom>
          <a:ln w="508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8/9/2026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2593520" y="2079943"/>
            <a:ext cx="7247166" cy="499336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Nepal travel: </a:t>
            </a:r>
            <a:r>
              <a:rPr lang="en-GB" b="1" dirty="0"/>
              <a:t>Discover Hidden Natural Retreats</a:t>
            </a:r>
            <a:br>
              <a:rPr lang="en-GB" b="1" dirty="0"/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2593520" y="4510485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Presenters</a:t>
            </a: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Aashish karki (24080262)</a:t>
            </a: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Kismat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(24080282)</a:t>
            </a:r>
          </a:p>
          <a:p>
            <a:pPr lvl="0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Sugat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katuwal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(24080304)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2472417" y="5736937"/>
            <a:ext cx="7247166" cy="423370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 Supervision of</a:t>
            </a: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Mr. Sanju Shrestha  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2593520" y="2579279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solidFill>
                  <a:srgbClr val="2E30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Group:5</a:t>
            </a: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98" y="459244"/>
            <a:ext cx="9389440" cy="55458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: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What &amp; Who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256ED3-F0C6-6387-9F09-E9104FC6B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7" y="2666054"/>
            <a:ext cx="633310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Nepal Travel is a platform designed to help users discover hidden natural places across Nepal.  It focuses on lesser-known destinations such as forests, hills, lakes, and peaceful viewpoints.  The platform allows travelers and locals to explore, share, and review travel experiences.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access useful information like routes, seasons, photos, and travel tips.  The system aims to promote local tourism and make trip planning easier and more reliable. 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361FBC49-F063-9857-2F3D-CF3B63389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1013830"/>
            <a:ext cx="5143500" cy="5633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73B2F0-7DBB-E654-06BE-59A240A4486A}"/>
              </a:ext>
            </a:extLst>
          </p:cNvPr>
          <p:cNvSpPr txBox="1"/>
          <p:nvPr/>
        </p:nvSpPr>
        <p:spPr>
          <a:xfrm>
            <a:off x="402597" y="1781376"/>
            <a:ext cx="6186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Nepal Travel: Discover Hidden Natural Retreats</a:t>
            </a:r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76" y="306358"/>
            <a:ext cx="9389440" cy="554587"/>
          </a:xfrm>
        </p:spPr>
        <p:txBody>
          <a:bodyPr/>
          <a:lstStyle/>
          <a:p>
            <a:r>
              <a:rPr lang="en-GB" b="1" dirty="0"/>
              <a:t>Motivation &amp;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83601" y="2121066"/>
            <a:ext cx="10944860" cy="47369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Hidden places dispersed across social media and word-of</a:t>
            </a:r>
          </a:p>
          <a:p>
            <a:pPr marL="0" indent="0">
              <a:buNone/>
            </a:pPr>
            <a:r>
              <a:rPr lang="en-GB" dirty="0"/>
              <a:t>      </a:t>
            </a:r>
            <a:r>
              <a:rPr lang="en-GB" sz="1800" dirty="0"/>
              <a:t>mouth — hard to discover.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Travel decisions are difficult without reliable, consolidated info.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Local gems lack exposure and preservation incentives.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Visitors need trustworthy, practical details (routes, seasonality,</a:t>
            </a:r>
          </a:p>
          <a:p>
            <a:pPr marL="0" indent="0">
              <a:buNone/>
            </a:pPr>
            <a:r>
              <a:rPr lang="en-GB" sz="1800" dirty="0"/>
              <a:t>       highlights).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6F8FD3-F43B-8648-B0FC-379A57124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094" y="2003729"/>
            <a:ext cx="5131906" cy="307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66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6" name="AutoShape 6" descr="Image search result">
            <a:extLst>
              <a:ext uri="{FF2B5EF4-FFF2-40B4-BE49-F238E27FC236}">
                <a16:creationId xmlns:a16="http://schemas.microsoft.com/office/drawing/2014/main" id="{86F865F9-BD71-E7B2-A27F-AA15906063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85240" y="1917210"/>
            <a:ext cx="5490144" cy="119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2000" b="1" dirty="0"/>
              <a:t>Simple search and filters</a:t>
            </a:r>
          </a:p>
          <a:p>
            <a:r>
              <a:rPr lang="en-GB" sz="2000" dirty="0"/>
              <a:t>Search by activity, difficulty, season, trip length, </a:t>
            </a:r>
          </a:p>
          <a:p>
            <a:r>
              <a:rPr lang="en-GB" sz="2000" dirty="0"/>
              <a:t>and region.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EB36E0-FF0F-C4EA-5A0D-237E5E66A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02" y="2129451"/>
            <a:ext cx="382988" cy="3829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5445A0-7535-936C-644B-7645D0D7A9AA}"/>
              </a:ext>
            </a:extLst>
          </p:cNvPr>
          <p:cNvSpPr txBox="1"/>
          <p:nvPr/>
        </p:nvSpPr>
        <p:spPr>
          <a:xfrm>
            <a:off x="1066157" y="1859280"/>
            <a:ext cx="6154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Find hidden places</a:t>
            </a:r>
          </a:p>
          <a:p>
            <a:r>
              <a:rPr lang="en-GB" sz="2000" dirty="0"/>
              <a:t>Build a growing list of nature getaways across </a:t>
            </a:r>
          </a:p>
          <a:p>
            <a:r>
              <a:rPr lang="en-GB" sz="2000" dirty="0"/>
              <a:t>Nepal with useful details.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1E3A19-F359-B690-97A5-364D312F1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41" y="4078198"/>
            <a:ext cx="410976" cy="4109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32C5A6-A6EF-A611-0EB5-EB686C43CB58}"/>
              </a:ext>
            </a:extLst>
          </p:cNvPr>
          <p:cNvSpPr txBox="1"/>
          <p:nvPr/>
        </p:nvSpPr>
        <p:spPr>
          <a:xfrm>
            <a:off x="1066157" y="3894625"/>
            <a:ext cx="6154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Community sharing</a:t>
            </a:r>
          </a:p>
          <a:p>
            <a:r>
              <a:rPr lang="en-GB" sz="2000" dirty="0"/>
              <a:t>Let locals and </a:t>
            </a:r>
            <a:r>
              <a:rPr lang="en-GB" sz="2000" dirty="0" err="1"/>
              <a:t>travelers</a:t>
            </a:r>
            <a:r>
              <a:rPr lang="en-GB" sz="2000" dirty="0"/>
              <a:t> add places, reviews,</a:t>
            </a:r>
          </a:p>
          <a:p>
            <a:r>
              <a:rPr lang="en-GB" sz="2000" dirty="0"/>
              <a:t> and photos.</a:t>
            </a:r>
          </a:p>
        </p:txBody>
      </p:sp>
      <p:sp>
        <p:nvSpPr>
          <p:cNvPr id="16" name="AutoShape 10" descr="Image search result">
            <a:extLst>
              <a:ext uri="{FF2B5EF4-FFF2-40B4-BE49-F238E27FC236}">
                <a16:creationId xmlns:a16="http://schemas.microsoft.com/office/drawing/2014/main" id="{1BC68E70-F4E4-46CF-614A-AEB8D040EE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44406" y="261759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37D2422-EBA8-7230-1C08-AE89C9DAB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832" y="2106134"/>
            <a:ext cx="406305" cy="4063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681AA5C-400B-CEFA-D6FE-C802CD15A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832" y="4016985"/>
            <a:ext cx="447944" cy="44794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278917E-FDEA-D24A-0EBE-C02586683D4D}"/>
              </a:ext>
            </a:extLst>
          </p:cNvPr>
          <p:cNvSpPr txBox="1"/>
          <p:nvPr/>
        </p:nvSpPr>
        <p:spPr>
          <a:xfrm>
            <a:off x="6890951" y="3894625"/>
            <a:ext cx="63184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Plan trips easily</a:t>
            </a:r>
          </a:p>
          <a:p>
            <a:r>
              <a:rPr lang="en-GB" sz="2000" dirty="0"/>
              <a:t>Save places to collections, add notes, and </a:t>
            </a:r>
          </a:p>
          <a:p>
            <a:r>
              <a:rPr lang="en-GB" sz="2000" dirty="0"/>
              <a:t>Organize future trips.</a:t>
            </a:r>
          </a:p>
        </p:txBody>
      </p:sp>
    </p:spTree>
    <p:extLst>
      <p:ext uri="{BB962C8B-B14F-4D97-AF65-F5344CB8AC3E}">
        <p14:creationId xmlns:p14="http://schemas.microsoft.com/office/powerpoint/2010/main" val="196080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Methodology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2412045-F93D-26EB-5EC6-DCF57FCD4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72" y="1282529"/>
            <a:ext cx="11465126" cy="492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Identify user needs like finding hidden places, viewing details, and saving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locations.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Design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Create UI wireframes and design the database structure.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Development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Build interface using HTML, CSS, and JavaScript.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Development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Develop server-side logic using PHP.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Creation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Store user data and place information using MySQL.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Google Maps  for location display.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Check for errors, bugs, and proper functionality.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sz="2000" b="1" dirty="0"/>
              <a:t>Feedback &amp; Improvement</a:t>
            </a:r>
            <a:r>
              <a:rPr lang="en-GB" sz="2000" dirty="0"/>
              <a:t> :  Collect feedback and enhance the system.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227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898" y="505141"/>
            <a:ext cx="9389440" cy="554587"/>
          </a:xfrm>
        </p:spPr>
        <p:txBody>
          <a:bodyPr/>
          <a:lstStyle/>
          <a:p>
            <a:r>
              <a:rPr lang="en-GB" b="1" dirty="0"/>
              <a:t>Tech Stack &amp; Comparison</a:t>
            </a:r>
            <a:br>
              <a:rPr lang="en-GB" b="1" dirty="0"/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93833-866D-A635-F28B-24970AD1E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301" y="1445542"/>
            <a:ext cx="341834" cy="3418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ED3E0-B6E3-3A8B-E886-65250266241C}"/>
              </a:ext>
            </a:extLst>
          </p:cNvPr>
          <p:cNvSpPr txBox="1"/>
          <p:nvPr/>
        </p:nvSpPr>
        <p:spPr>
          <a:xfrm>
            <a:off x="1145061" y="1968973"/>
            <a:ext cx="61543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Backend</a:t>
            </a:r>
          </a:p>
          <a:p>
            <a:r>
              <a:rPr lang="en-GB" sz="2000" dirty="0"/>
              <a:t>PHP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AE37BA-AA13-7001-192C-FE9639508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044" y="1443499"/>
            <a:ext cx="341833" cy="3418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D40262-12A6-F649-C0D9-A4A689D36B5F}"/>
              </a:ext>
            </a:extLst>
          </p:cNvPr>
          <p:cNvSpPr txBox="1"/>
          <p:nvPr/>
        </p:nvSpPr>
        <p:spPr>
          <a:xfrm>
            <a:off x="3661406" y="1999750"/>
            <a:ext cx="6154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Frontend</a:t>
            </a:r>
          </a:p>
          <a:p>
            <a:r>
              <a:rPr lang="en-GB" dirty="0"/>
              <a:t>HTML/CSS/JS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9E1B47-FC8A-730D-0857-CF506C52341B}"/>
              </a:ext>
            </a:extLst>
          </p:cNvPr>
          <p:cNvCxnSpPr/>
          <p:nvPr/>
        </p:nvCxnSpPr>
        <p:spPr>
          <a:xfrm>
            <a:off x="683741" y="1907345"/>
            <a:ext cx="11236410" cy="61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DB07EF-5784-6013-5F52-868A6EADF531}"/>
              </a:ext>
            </a:extLst>
          </p:cNvPr>
          <p:cNvCxnSpPr/>
          <p:nvPr/>
        </p:nvCxnSpPr>
        <p:spPr>
          <a:xfrm>
            <a:off x="683741" y="2768094"/>
            <a:ext cx="11236410" cy="61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CDE99B5-4DCA-870A-9ADA-0679F670037E}"/>
              </a:ext>
            </a:extLst>
          </p:cNvPr>
          <p:cNvSpPr txBox="1"/>
          <p:nvPr/>
        </p:nvSpPr>
        <p:spPr>
          <a:xfrm>
            <a:off x="582828" y="2920884"/>
            <a:ext cx="1115815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How we compare</a:t>
            </a:r>
          </a:p>
          <a:p>
            <a:r>
              <a:rPr lang="en-GB" b="1" dirty="0"/>
              <a:t>Focus on Hidden Gems</a:t>
            </a:r>
            <a:br>
              <a:rPr lang="en-GB" sz="2400" dirty="0"/>
            </a:br>
            <a:r>
              <a:rPr lang="en-GB" sz="1600" dirty="0"/>
              <a:t>Unlike mainstream travel platforms, we prioritize lesser-known natural spots instead of overcrowded tourist destinations.</a:t>
            </a:r>
          </a:p>
          <a:p>
            <a:endParaRPr lang="en-GB" sz="1600" dirty="0"/>
          </a:p>
          <a:p>
            <a:r>
              <a:rPr lang="en-GB" sz="1600" b="1" dirty="0"/>
              <a:t>Community-Driven Content</a:t>
            </a:r>
            <a:br>
              <a:rPr lang="en-GB" sz="2400" dirty="0"/>
            </a:br>
            <a:r>
              <a:rPr lang="en-GB" sz="1600" dirty="0"/>
              <a:t>Users can share real experiences, photos, and tips—making the platform more authentic and constantly updated.</a:t>
            </a:r>
          </a:p>
          <a:p>
            <a:endParaRPr lang="en-GB" sz="1600" b="1" dirty="0"/>
          </a:p>
          <a:p>
            <a:r>
              <a:rPr lang="en-GB" sz="1600" b="1" dirty="0"/>
              <a:t>Local-Level Details</a:t>
            </a:r>
            <a:br>
              <a:rPr lang="en-GB" sz="2400" dirty="0"/>
            </a:br>
            <a:r>
              <a:rPr lang="en-GB" sz="1600" dirty="0"/>
              <a:t>Provides practical info like routes, transportation options, entry fees, best time to visit, and safety tips specific to Nepal.</a:t>
            </a:r>
          </a:p>
          <a:p>
            <a:endParaRPr lang="en-GB" sz="1600" b="1" dirty="0"/>
          </a:p>
          <a:p>
            <a:r>
              <a:rPr lang="en-GB" sz="1600" b="1" dirty="0"/>
              <a:t>Personalized Collections</a:t>
            </a:r>
            <a:br>
              <a:rPr lang="en-GB" sz="2400" dirty="0"/>
            </a:br>
            <a:r>
              <a:rPr lang="en-GB" sz="1600" dirty="0"/>
              <a:t>Users can save and organize places into custom lists (e.g., “Weekend Chill Spots”, “Solo Trips”, “Near Kathmandu”)</a:t>
            </a:r>
            <a:endParaRPr lang="en-GB" sz="24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2A6A98-1B28-0AD2-B3C9-B547C4F04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120" y="1449378"/>
            <a:ext cx="367192" cy="36719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40BE53-00B7-5356-6787-FA75BAD42144}"/>
              </a:ext>
            </a:extLst>
          </p:cNvPr>
          <p:cNvSpPr txBox="1"/>
          <p:nvPr/>
        </p:nvSpPr>
        <p:spPr>
          <a:xfrm>
            <a:off x="6663120" y="1969433"/>
            <a:ext cx="61543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Database</a:t>
            </a:r>
          </a:p>
          <a:p>
            <a:r>
              <a:rPr lang="en-GB" dirty="0"/>
              <a:t>MySQL</a:t>
            </a:r>
          </a:p>
        </p:txBody>
      </p:sp>
      <p:pic>
        <p:nvPicPr>
          <p:cNvPr id="1028" name="Picture 4" descr="Hammer Icons No Attribution PNG Transparent Background, Free Download #8080  - FreeIconsPNG">
            <a:extLst>
              <a:ext uri="{FF2B5EF4-FFF2-40B4-BE49-F238E27FC236}">
                <a16:creationId xmlns:a16="http://schemas.microsoft.com/office/drawing/2014/main" id="{76F081B2-180B-71C6-0755-9103F3E37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29189" y="1472111"/>
            <a:ext cx="341833" cy="3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42B9C9-D900-2C67-D5BF-39AC05BF587A}"/>
              </a:ext>
            </a:extLst>
          </p:cNvPr>
          <p:cNvSpPr txBox="1"/>
          <p:nvPr/>
        </p:nvSpPr>
        <p:spPr>
          <a:xfrm>
            <a:off x="9008401" y="2154182"/>
            <a:ext cx="2525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XAMPP, Git Hub, VS code</a:t>
            </a:r>
          </a:p>
        </p:txBody>
      </p:sp>
    </p:spTree>
    <p:extLst>
      <p:ext uri="{BB962C8B-B14F-4D97-AF65-F5344CB8AC3E}">
        <p14:creationId xmlns:p14="http://schemas.microsoft.com/office/powerpoint/2010/main" val="3814142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093" y="391818"/>
            <a:ext cx="9389440" cy="554587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Project progress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C7F7B-6426-ECDB-6584-5A68412B502F}"/>
              </a:ext>
            </a:extLst>
          </p:cNvPr>
          <p:cNvSpPr txBox="1"/>
          <p:nvPr/>
        </p:nvSpPr>
        <p:spPr>
          <a:xfrm>
            <a:off x="343093" y="1361460"/>
            <a:ext cx="1114167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Completed tasks</a:t>
            </a:r>
          </a:p>
          <a:p>
            <a:r>
              <a:rPr lang="en-GB" sz="2000" b="1" dirty="0"/>
              <a:t>Frontend Development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Homepage with destination listing and spotlight picks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Login and registration page with clean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Destination detail page (name, description, trip info, budget, facilities)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destination form with multi-step structure (Basics, Story, Media, Route, Cost, Stay)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Admin dashboard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Search and filter interface</a:t>
            </a:r>
          </a:p>
          <a:p>
            <a:endParaRPr lang="en-GB" dirty="0"/>
          </a:p>
          <a:p>
            <a:r>
              <a:rPr lang="en-GB" sz="2000" b="1" dirty="0"/>
              <a:t>Database &amp; Backend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 core database tables created (Users, Places, Reviews, Collections, Saved Places, Photos, Routes, Categories)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Foreign key relationships defined between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 registration and login (Traveler / Admin)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Admin activities ( verify, manage places)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Google map </a:t>
            </a:r>
            <a:r>
              <a:rPr lang="en-GB" dirty="0" err="1"/>
              <a:t>api</a:t>
            </a:r>
            <a:r>
              <a:rPr lang="en-GB" dirty="0"/>
              <a:t>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OTP verification while signing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08769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093" y="433579"/>
            <a:ext cx="9389440" cy="554587"/>
          </a:xfrm>
        </p:spPr>
        <p:txBody>
          <a:bodyPr/>
          <a:lstStyle/>
          <a:p>
            <a:r>
              <a:rPr lang="en-GB" dirty="0">
                <a:cs typeface="Arial" panose="020B0604020202020204" pitchFamily="34" charset="0"/>
              </a:rPr>
              <a:t>Feedbacks and improvements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9486F-2721-1EEE-5312-51392978815B}"/>
              </a:ext>
            </a:extLst>
          </p:cNvPr>
          <p:cNvSpPr txBox="1"/>
          <p:nvPr/>
        </p:nvSpPr>
        <p:spPr>
          <a:xfrm>
            <a:off x="193589" y="1262592"/>
            <a:ext cx="1168949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Google Maps  Integration</a:t>
            </a:r>
            <a:endParaRPr lang="en-GB" sz="2000" dirty="0"/>
          </a:p>
          <a:p>
            <a:r>
              <a:rPr lang="en-GB" sz="2000" dirty="0"/>
              <a:t>The map feature on the destination detail page  was not working properly and was advised to make it smooth.</a:t>
            </a:r>
          </a:p>
          <a:p>
            <a:endParaRPr lang="en-GB" sz="2000" dirty="0"/>
          </a:p>
          <a:p>
            <a:r>
              <a:rPr lang="en-GB" sz="2000" b="1" dirty="0"/>
              <a:t>Review System</a:t>
            </a:r>
            <a:endParaRPr lang="en-GB" sz="2000" dirty="0"/>
          </a:p>
          <a:p>
            <a:r>
              <a:rPr lang="en-GB" dirty="0"/>
              <a:t>The reviews from the users were hard to locate. One of our friend advised us to make visible clearly and was fixed.</a:t>
            </a:r>
          </a:p>
          <a:p>
            <a:endParaRPr lang="en-GB" dirty="0"/>
          </a:p>
          <a:p>
            <a:r>
              <a:rPr lang="en-GB" b="1" dirty="0"/>
              <a:t>Save/Bookmark Feature</a:t>
            </a:r>
            <a:br>
              <a:rPr lang="en-GB" dirty="0"/>
            </a:br>
            <a:r>
              <a:rPr lang="en-GB" dirty="0"/>
              <a:t>Users weren't sure if their "save" action had actually worked since there was no confirmation. A small visual cue (icon change/toast message) was added to confirm when a place is saved.</a:t>
            </a:r>
          </a:p>
          <a:p>
            <a:endParaRPr lang="en-GB" dirty="0"/>
          </a:p>
          <a:p>
            <a:r>
              <a:rPr lang="en-GB" b="1" dirty="0"/>
              <a:t>Search &amp; Filter Functionality</a:t>
            </a:r>
            <a:br>
              <a:rPr lang="en-GB" dirty="0"/>
            </a:br>
            <a:r>
              <a:rPr lang="en-GB" dirty="0"/>
              <a:t>Users found it difficult to filter destinations by category (mountains, lakes, waterfalls, etc.) as the filter options were not clearly </a:t>
            </a:r>
            <a:r>
              <a:rPr lang="en-GB" dirty="0" err="1"/>
              <a:t>labeled</a:t>
            </a:r>
            <a:r>
              <a:rPr lang="en-GB" dirty="0"/>
              <a:t>. This was fixed by adding clearer category tags and a more intuitive filter bar.</a:t>
            </a:r>
          </a:p>
        </p:txBody>
      </p:sp>
    </p:spTree>
    <p:extLst>
      <p:ext uri="{BB962C8B-B14F-4D97-AF65-F5344CB8AC3E}">
        <p14:creationId xmlns:p14="http://schemas.microsoft.com/office/powerpoint/2010/main" val="4145895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093" y="433579"/>
            <a:ext cx="9389440" cy="554587"/>
          </a:xfrm>
        </p:spPr>
        <p:txBody>
          <a:bodyPr/>
          <a:lstStyle/>
          <a:p>
            <a:r>
              <a:rPr lang="en-IN" dirty="0">
                <a:cs typeface="Arial" panose="020B0604020202020204" pitchFamily="34" charset="0"/>
              </a:rPr>
              <a:t>Future recommendations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3DAD60-6940-64E7-0269-9A97909D8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93" y="1209925"/>
            <a:ext cx="1173379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Backend &amp; Communication Features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the remaining backend modules with advanced user notifications, messaging, and communication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smoother experience for travelers and administrators.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Applications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dedicated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and iOS applications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users can easily explore destinations, plan trips, and access travel information directly from their mobile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Offline Access &amp; Real-Time Weather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 users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save destination information for offline use, especially useful in remote trekking areas, and integrate real-time weather updates to help users plan their trips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Tourism Partnerships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advanced analytics for administrators to track popular destinations, user engagement, and platform growth, while collaborating with tourism boards, trekking agencies, and local communities to expand and verify destination information. </a:t>
            </a:r>
          </a:p>
        </p:txBody>
      </p:sp>
    </p:spTree>
    <p:extLst>
      <p:ext uri="{BB962C8B-B14F-4D97-AF65-F5344CB8AC3E}">
        <p14:creationId xmlns:p14="http://schemas.microsoft.com/office/powerpoint/2010/main" val="390779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898" y="505141"/>
            <a:ext cx="9389440" cy="554587"/>
          </a:xfrm>
        </p:spPr>
        <p:txBody>
          <a:bodyPr/>
          <a:lstStyle/>
          <a:p>
            <a:r>
              <a:rPr lang="en-GB" sz="3600" dirty="0"/>
              <a:t>Conclusion</a:t>
            </a:r>
            <a:br>
              <a:rPr lang="en-GB" b="1" dirty="0"/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DA0380B-4DD3-6D42-82AE-87321A0E3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2" r="28562"/>
          <a:stretch/>
        </p:blipFill>
        <p:spPr bwMode="auto">
          <a:xfrm>
            <a:off x="7902283" y="1059728"/>
            <a:ext cx="4289718" cy="557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B6EED6-E9C1-9A1D-11EB-8E59936DB1BF}"/>
              </a:ext>
            </a:extLst>
          </p:cNvPr>
          <p:cNvSpPr txBox="1"/>
          <p:nvPr/>
        </p:nvSpPr>
        <p:spPr>
          <a:xfrm>
            <a:off x="500932" y="1646971"/>
            <a:ext cx="61543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Nepal Travel is more than a trip-planning platform — it is a way to discover hidden gems, share trusted local knowledge, and make every journey more meaningful.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C0B53-9900-49F8-4840-6C8A105EF5A5}"/>
              </a:ext>
            </a:extLst>
          </p:cNvPr>
          <p:cNvSpPr txBox="1"/>
          <p:nvPr/>
        </p:nvSpPr>
        <p:spPr>
          <a:xfrm>
            <a:off x="399898" y="3029483"/>
            <a:ext cx="70687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Helps </a:t>
            </a:r>
            <a:r>
              <a:rPr lang="en-GB" sz="2000" dirty="0" err="1"/>
              <a:t>travelers</a:t>
            </a:r>
            <a:r>
              <a:rPr lang="en-GB" sz="2000" dirty="0"/>
              <a:t> uncover authentic places beyond the usual            tourist paths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Empowers local communities by giving them visibility and a     stronger voice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Makes trip planning easier with trusted details, routes, and seasonal tips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BED2D-DBDC-D7DD-8920-81FD30AA8A23}"/>
              </a:ext>
            </a:extLst>
          </p:cNvPr>
          <p:cNvSpPr txBox="1"/>
          <p:nvPr/>
        </p:nvSpPr>
        <p:spPr>
          <a:xfrm>
            <a:off x="500932" y="5335324"/>
            <a:ext cx="67188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With Nepal Travel, exploration becomes more connected, more personal, and more impactful.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AFB53C-BFAF-53C9-78EF-E8CB6119A0A9}"/>
              </a:ext>
            </a:extLst>
          </p:cNvPr>
          <p:cNvCxnSpPr>
            <a:cxnSpLocks/>
          </p:cNvCxnSpPr>
          <p:nvPr/>
        </p:nvCxnSpPr>
        <p:spPr>
          <a:xfrm>
            <a:off x="500932" y="5208104"/>
            <a:ext cx="70687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184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0875" y="3011558"/>
            <a:ext cx="3270249" cy="7112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1049</TotalTime>
  <Words>957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Demi</vt:lpstr>
      <vt:lpstr>Times New Roman</vt:lpstr>
      <vt:lpstr>IITR_PPT_Template</vt:lpstr>
      <vt:lpstr>Nepal travel: Discover Hidden Natural Retreats </vt:lpstr>
      <vt:lpstr>Introduction : What &amp; Who </vt:lpstr>
      <vt:lpstr>Motivation &amp; Problems</vt:lpstr>
      <vt:lpstr>Objectives</vt:lpstr>
      <vt:lpstr>Methodology </vt:lpstr>
      <vt:lpstr>Tech Stack &amp; Comparison </vt:lpstr>
      <vt:lpstr>Project progress</vt:lpstr>
      <vt:lpstr>Feedbacks and improvements</vt:lpstr>
      <vt:lpstr>Future recommendations</vt:lpstr>
      <vt:lpstr>Conclusion </vt:lpstr>
      <vt:lpstr>Thank you…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Aashish  Karki</cp:lastModifiedBy>
  <cp:revision>85</cp:revision>
  <dcterms:created xsi:type="dcterms:W3CDTF">2015-07-18T13:17:54Z</dcterms:created>
  <dcterms:modified xsi:type="dcterms:W3CDTF">2026-08-09T15:20:15Z</dcterms:modified>
  <cp:version>v1</cp:version>
</cp:coreProperties>
</file>