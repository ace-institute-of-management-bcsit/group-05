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9"/>
  </p:notesMasterIdLst>
  <p:sldIdLst>
    <p:sldId id="262" r:id="rId2"/>
    <p:sldId id="269" r:id="rId3"/>
    <p:sldId id="281" r:id="rId4"/>
    <p:sldId id="282" r:id="rId5"/>
    <p:sldId id="283" r:id="rId6"/>
    <p:sldId id="280" r:id="rId7"/>
    <p:sldId id="266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0"/>
    <a:srgbClr val="000099"/>
    <a:srgbClr val="2E2F98"/>
    <a:srgbClr val="C0D82C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3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12203372" cy="736270"/>
          </a:xfrm>
          <a:prstGeom prst="rect">
            <a:avLst/>
          </a:prstGeom>
          <a:gradFill>
            <a:gsLst>
              <a:gs pos="0">
                <a:srgbClr val="C0D82C"/>
              </a:gs>
              <a:gs pos="54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2E2F9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ACE INSTITUTE OF MANAEGMENT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D8F32-4B7E-234D-7608-8305F6F304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250576" y="1231143"/>
            <a:ext cx="11690849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C322A-68A0-418E-1745-0B1A6D7936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497430" y="2118212"/>
            <a:ext cx="7095541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872" y="1132413"/>
            <a:ext cx="5718139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872" y="1613044"/>
            <a:ext cx="5718139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25167"/>
            <a:ext cx="565616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13044"/>
            <a:ext cx="565616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38245-5B6D-3C7C-1921-BCC6F0F5C5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1C4-7436-F71F-5CC8-167D381D6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485218" y="2971801"/>
            <a:ext cx="3270249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794033" y="3619535"/>
            <a:ext cx="2679404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2593520" y="2079943"/>
            <a:ext cx="7247166" cy="499336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Nepal travel: </a:t>
            </a:r>
            <a:r>
              <a:rPr lang="en-GB" b="1" dirty="0"/>
              <a:t>Discover Hidden Natural Retreats</a:t>
            </a:r>
            <a:br>
              <a:rPr lang="en-GB" b="1" dirty="0"/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2593520" y="4510485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Presenters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Aashish karki (24080262)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Kismat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(24080282)</a:t>
            </a:r>
          </a:p>
          <a:p>
            <a:pPr lvl="0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Sugat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katuwal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(24080304)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2472417" y="5736937"/>
            <a:ext cx="7247166" cy="42337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 Supervision of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Mr. Sanju Shrestha  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2593520" y="2579279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solidFill>
                  <a:srgbClr val="2E30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Group:5</a:t>
            </a: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8" y="459244"/>
            <a:ext cx="9389440" cy="55458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: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What &amp; Who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256ED3-F0C6-6387-9F09-E9104FC6B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7" y="2666054"/>
            <a:ext cx="633310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Nepal Travel is a platform designed to help users discover hidden natural places across Nepal.  It focuses on lesser-known destinations such as forests, hills, lakes, and peaceful viewpoints.  The platform allows travelers and locals to explore, share, and review travel experiences.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access useful information like routes, seasons, photos, and travel tips.  The system aims to promote local tourism and make trip planning easier and more reliable. 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361FBC49-F063-9857-2F3D-CF3B63389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1013830"/>
            <a:ext cx="5143500" cy="563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3B2F0-7DBB-E654-06BE-59A240A4486A}"/>
              </a:ext>
            </a:extLst>
          </p:cNvPr>
          <p:cNvSpPr txBox="1"/>
          <p:nvPr/>
        </p:nvSpPr>
        <p:spPr>
          <a:xfrm>
            <a:off x="402597" y="1781376"/>
            <a:ext cx="6186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Nepal Travel: Discover Hidden Natural Retreats</a:t>
            </a:r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093" y="391818"/>
            <a:ext cx="9389440" cy="554587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Project progress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C7F7B-6426-ECDB-6584-5A68412B502F}"/>
              </a:ext>
            </a:extLst>
          </p:cNvPr>
          <p:cNvSpPr txBox="1"/>
          <p:nvPr/>
        </p:nvSpPr>
        <p:spPr>
          <a:xfrm>
            <a:off x="343093" y="1361460"/>
            <a:ext cx="1114167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Completed tasks</a:t>
            </a:r>
          </a:p>
          <a:p>
            <a:r>
              <a:rPr lang="en-GB" sz="2000" b="1" dirty="0"/>
              <a:t>Frontend Development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Homepage with destination listing and spotlight picks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Login and registration page with clean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Destination detail page (name, description, trip info, budget, facilities)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destination form with multi-step structure (Basics, Story, Media, Route, Cost, Stay)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Admin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Search and filter interface</a:t>
            </a:r>
          </a:p>
          <a:p>
            <a:endParaRPr lang="en-GB" dirty="0"/>
          </a:p>
          <a:p>
            <a:r>
              <a:rPr lang="en-GB" sz="2000" b="1" dirty="0"/>
              <a:t>Database &amp; Backend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 core database tables created (Users, Places, Reviews, Collections, Saved Places, Photos, Routes, Categories)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Foreign key relationships defined between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 registration and login (Traveler / Admin)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Admin activities ( verify, manage places)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Google map </a:t>
            </a:r>
            <a:r>
              <a:rPr lang="en-GB" dirty="0" err="1"/>
              <a:t>api</a:t>
            </a:r>
            <a:r>
              <a:rPr lang="en-GB" dirty="0"/>
              <a:t>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OTP verification while signing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08769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093" y="433579"/>
            <a:ext cx="9389440" cy="554587"/>
          </a:xfrm>
        </p:spPr>
        <p:txBody>
          <a:bodyPr/>
          <a:lstStyle/>
          <a:p>
            <a:r>
              <a:rPr lang="en-GB" dirty="0">
                <a:cs typeface="Arial" panose="020B0604020202020204" pitchFamily="34" charset="0"/>
              </a:rPr>
              <a:t>What was remaining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9486F-2721-1EEE-5312-51392978815B}"/>
              </a:ext>
            </a:extLst>
          </p:cNvPr>
          <p:cNvSpPr txBox="1"/>
          <p:nvPr/>
        </p:nvSpPr>
        <p:spPr>
          <a:xfrm>
            <a:off x="193589" y="1461375"/>
            <a:ext cx="116894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Map integration</a:t>
            </a:r>
          </a:p>
          <a:p>
            <a:r>
              <a:rPr lang="en-GB" dirty="0"/>
              <a:t>The google map was yet to be implemented to help travellers find their roots easily</a:t>
            </a:r>
          </a:p>
          <a:p>
            <a:endParaRPr lang="en-GB" b="1" dirty="0"/>
          </a:p>
          <a:p>
            <a:r>
              <a:rPr lang="en-GB" b="1" dirty="0"/>
              <a:t>User Dashboard</a:t>
            </a:r>
          </a:p>
          <a:p>
            <a:r>
              <a:rPr lang="en-GB" dirty="0"/>
              <a:t>The user dashboard was not fully implemented with all features.</a:t>
            </a:r>
          </a:p>
          <a:p>
            <a:endParaRPr lang="en-GB" b="1" dirty="0"/>
          </a:p>
          <a:p>
            <a:r>
              <a:rPr lang="en-GB" b="1" dirty="0" err="1"/>
              <a:t>Otp</a:t>
            </a:r>
            <a:r>
              <a:rPr lang="en-GB" b="1" dirty="0"/>
              <a:t> verification</a:t>
            </a:r>
          </a:p>
          <a:p>
            <a:r>
              <a:rPr lang="en-GB" dirty="0"/>
              <a:t>For the security purpose, the </a:t>
            </a:r>
            <a:r>
              <a:rPr lang="en-GB" dirty="0" err="1"/>
              <a:t>otp</a:t>
            </a:r>
            <a:r>
              <a:rPr lang="en-GB" dirty="0"/>
              <a:t> verification while signing up was remaining to be implemented in our website.</a:t>
            </a:r>
          </a:p>
          <a:p>
            <a:endParaRPr lang="en-GB" dirty="0"/>
          </a:p>
          <a:p>
            <a:r>
              <a:rPr lang="en-GB" b="1" dirty="0"/>
              <a:t>Review and rating system</a:t>
            </a:r>
          </a:p>
          <a:p>
            <a:r>
              <a:rPr lang="en-GB" dirty="0"/>
              <a:t>The feature where all the  travellers and users could rate a place and leave a review was still pending.</a:t>
            </a:r>
          </a:p>
          <a:p>
            <a:endParaRPr lang="en-GB" dirty="0"/>
          </a:p>
          <a:p>
            <a:r>
              <a:rPr lang="en-GB" dirty="0"/>
              <a:t>All the above features, integration and other remaining works were </a:t>
            </a:r>
            <a:r>
              <a:rPr lang="en-GB" dirty="0" err="1"/>
              <a:t>succefully</a:t>
            </a:r>
            <a:r>
              <a:rPr lang="en-GB" dirty="0"/>
              <a:t> completed  </a:t>
            </a:r>
          </a:p>
        </p:txBody>
      </p:sp>
    </p:spTree>
    <p:extLst>
      <p:ext uri="{BB962C8B-B14F-4D97-AF65-F5344CB8AC3E}">
        <p14:creationId xmlns:p14="http://schemas.microsoft.com/office/powerpoint/2010/main" val="414589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093" y="433579"/>
            <a:ext cx="9389440" cy="554587"/>
          </a:xfrm>
        </p:spPr>
        <p:txBody>
          <a:bodyPr/>
          <a:lstStyle/>
          <a:p>
            <a:r>
              <a:rPr lang="en-GB" dirty="0">
                <a:cs typeface="Arial" panose="020B0604020202020204" pitchFamily="34" charset="0"/>
              </a:rPr>
              <a:t>Feedbacks and improvements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9486F-2721-1EEE-5312-51392978815B}"/>
              </a:ext>
            </a:extLst>
          </p:cNvPr>
          <p:cNvSpPr txBox="1"/>
          <p:nvPr/>
        </p:nvSpPr>
        <p:spPr>
          <a:xfrm>
            <a:off x="193589" y="1262592"/>
            <a:ext cx="1168949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Google Maps  Integration</a:t>
            </a:r>
            <a:endParaRPr lang="en-GB" sz="2000" dirty="0"/>
          </a:p>
          <a:p>
            <a:r>
              <a:rPr lang="en-GB" sz="2000" dirty="0"/>
              <a:t>The map feature on the destination detail page  was not working properly and was advised to make it smooth.</a:t>
            </a:r>
          </a:p>
          <a:p>
            <a:endParaRPr lang="en-GB" sz="2000" dirty="0"/>
          </a:p>
          <a:p>
            <a:r>
              <a:rPr lang="en-GB" sz="2000" b="1" dirty="0"/>
              <a:t>Review System</a:t>
            </a:r>
            <a:endParaRPr lang="en-GB" sz="2000" dirty="0"/>
          </a:p>
          <a:p>
            <a:r>
              <a:rPr lang="en-GB" dirty="0"/>
              <a:t>The reviews from the users were hard to locate. One of our friend advised us to make visible clearly and was fixed.</a:t>
            </a:r>
          </a:p>
          <a:p>
            <a:endParaRPr lang="en-GB" dirty="0"/>
          </a:p>
          <a:p>
            <a:r>
              <a:rPr lang="en-GB" b="1" dirty="0"/>
              <a:t>Save and plan Feature</a:t>
            </a:r>
            <a:br>
              <a:rPr lang="en-GB" dirty="0"/>
            </a:br>
            <a:r>
              <a:rPr lang="en-GB" dirty="0"/>
              <a:t>Users weren't sure if their "save" action had actually worked since there was no confirmation. A small visual cue (icon change/toast message) was added to confirm when a place is saved.</a:t>
            </a:r>
          </a:p>
          <a:p>
            <a:endParaRPr lang="en-GB" dirty="0"/>
          </a:p>
          <a:p>
            <a:r>
              <a:rPr lang="en-GB" b="1" dirty="0"/>
              <a:t>Search &amp; Filter Functionality</a:t>
            </a:r>
            <a:br>
              <a:rPr lang="en-GB" dirty="0"/>
            </a:br>
            <a:r>
              <a:rPr lang="en-GB" dirty="0"/>
              <a:t>Users found it difficult to filter destinations by category (mountains, lakes, waterfalls, etc.) as the filter options were not clearly </a:t>
            </a:r>
            <a:r>
              <a:rPr lang="en-GB" dirty="0" err="1"/>
              <a:t>labeled</a:t>
            </a:r>
            <a:r>
              <a:rPr lang="en-GB" dirty="0"/>
              <a:t>. This was fixed by adding clearer category tags and a more intuitive filter bar.</a:t>
            </a:r>
          </a:p>
        </p:txBody>
      </p:sp>
    </p:spTree>
    <p:extLst>
      <p:ext uri="{BB962C8B-B14F-4D97-AF65-F5344CB8AC3E}">
        <p14:creationId xmlns:p14="http://schemas.microsoft.com/office/powerpoint/2010/main" val="413319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898" y="505141"/>
            <a:ext cx="9389440" cy="554587"/>
          </a:xfrm>
        </p:spPr>
        <p:txBody>
          <a:bodyPr/>
          <a:lstStyle/>
          <a:p>
            <a:r>
              <a:rPr lang="en-GB" sz="3600" dirty="0"/>
              <a:t>Conclusion</a:t>
            </a:r>
            <a:br>
              <a:rPr lang="en-GB" b="1" dirty="0"/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A0380B-4DD3-6D42-82AE-87321A0E3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 r="28562"/>
          <a:stretch/>
        </p:blipFill>
        <p:spPr bwMode="auto">
          <a:xfrm>
            <a:off x="7902283" y="1059728"/>
            <a:ext cx="4289718" cy="557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B6EED6-E9C1-9A1D-11EB-8E59936DB1BF}"/>
              </a:ext>
            </a:extLst>
          </p:cNvPr>
          <p:cNvSpPr txBox="1"/>
          <p:nvPr/>
        </p:nvSpPr>
        <p:spPr>
          <a:xfrm>
            <a:off x="500932" y="1646971"/>
            <a:ext cx="6154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Nepal Travel is more than a trip-planning platform — it is a way to discover hidden gems, share trusted local knowledge, and make every journey more meaningful.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C0B53-9900-49F8-4840-6C8A105EF5A5}"/>
              </a:ext>
            </a:extLst>
          </p:cNvPr>
          <p:cNvSpPr txBox="1"/>
          <p:nvPr/>
        </p:nvSpPr>
        <p:spPr>
          <a:xfrm>
            <a:off x="399898" y="3029483"/>
            <a:ext cx="70687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Helps </a:t>
            </a:r>
            <a:r>
              <a:rPr lang="en-GB" sz="2000" dirty="0" err="1"/>
              <a:t>travelers</a:t>
            </a:r>
            <a:r>
              <a:rPr lang="en-GB" sz="2000" dirty="0"/>
              <a:t> uncover authentic places beyond the usual            tourist paths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Empowers local communities by giving them visibility and a     stronger voice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Makes trip planning easier with trusted details, routes, and seasonal tips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BED2D-DBDC-D7DD-8920-81FD30AA8A23}"/>
              </a:ext>
            </a:extLst>
          </p:cNvPr>
          <p:cNvSpPr txBox="1"/>
          <p:nvPr/>
        </p:nvSpPr>
        <p:spPr>
          <a:xfrm>
            <a:off x="500932" y="5335324"/>
            <a:ext cx="67188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With Nepal Travel, exploration becomes more connected, more personal, and more impactful.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AFB53C-BFAF-53C9-78EF-E8CB6119A0A9}"/>
              </a:ext>
            </a:extLst>
          </p:cNvPr>
          <p:cNvCxnSpPr>
            <a:cxnSpLocks/>
          </p:cNvCxnSpPr>
          <p:nvPr/>
        </p:nvCxnSpPr>
        <p:spPr>
          <a:xfrm>
            <a:off x="500932" y="5208104"/>
            <a:ext cx="70687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18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875" y="3011558"/>
            <a:ext cx="3270249" cy="7112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1036</TotalTime>
  <Words>568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Franklin Gothic Demi</vt:lpstr>
      <vt:lpstr>IITR_PPT_Template</vt:lpstr>
      <vt:lpstr>Nepal travel: Discover Hidden Natural Retreats </vt:lpstr>
      <vt:lpstr>Introduction : What &amp; Who </vt:lpstr>
      <vt:lpstr>Project progress</vt:lpstr>
      <vt:lpstr>What was remaining</vt:lpstr>
      <vt:lpstr>Feedbacks and improvements</vt:lpstr>
      <vt:lpstr>Conclusion </vt:lpstr>
      <vt:lpstr>Thank you…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Aashish  Karki</cp:lastModifiedBy>
  <cp:revision>85</cp:revision>
  <dcterms:created xsi:type="dcterms:W3CDTF">2015-07-18T13:17:54Z</dcterms:created>
  <dcterms:modified xsi:type="dcterms:W3CDTF">2026-07-18T15:52:27Z</dcterms:modified>
  <cp:version>v1</cp:version>
</cp:coreProperties>
</file>